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42EE-B4F3-5609-E382-A40F39E85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0C11B-D867-F646-50A2-B0CD7CC49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E13EF-8DB4-0DCD-EB1A-3A60581A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D3E56-02B2-8CBA-3C62-A0F75AA1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3040C-8A6C-C3DE-D428-FB56F000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99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39DD-C9E5-9026-13C1-BBC97B2C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1B32-C745-A551-44BE-510C964C9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C98B3-CFEC-C8FC-A9CA-40A1759F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696FB-B6F0-B02A-38D0-3DE51E8A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888C-82FD-1DED-316D-478D75FC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0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1A72-2ED4-05DC-7B19-9BE56546F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E0B1E-42DA-4475-1FD8-DA035C47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607D6-B103-520B-AC77-2FE5F62C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FA494-D327-9BD5-631E-21CC2EA8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1156F-B0F7-A978-244F-8E897A3E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A2E7-0E30-E0E7-ECD5-26FACA92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608F-5492-B58E-722B-850D769CB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BA092-BC0F-F990-8D7E-239922C40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CA0C6-4B73-05A8-D053-D534B384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9D882-316D-1D55-EE59-9B8B2BAE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C331B-E4B2-135F-6DC5-3AFB3D60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0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A876-8D03-C3EC-D16C-90482A9D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FE9E9-DB2D-4641-5FEA-A397EB2F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17E6F-AFDB-36DA-B354-4D0D28C63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7D686-E89D-154D-A2AC-9CFBD713C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D09C3-B5A1-68FD-9F87-193D84772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329AA-AA3A-55B2-4D65-136CA83B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7C4CE-542F-7556-3460-608AD85B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E08EF-FD67-1B88-484D-23086873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A4E6-0853-24BA-DFDB-E8BBA47B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42C28-FE83-8185-2CA4-FC16932E5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76CF5-38C6-04E9-47AF-C1DB15A4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20639-5A7A-9284-6641-A09262D2E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16742E-D8E9-D48E-2785-C85FDE99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E11D2-CB7D-5444-5F15-836A50FD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34746-74C7-267F-E050-776CE0E9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7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CE1A-49DF-ED1F-3965-65CBF199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A2D95-F442-7AE3-E6C6-03C34A7BB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5315B-C388-0CDC-5D78-191D3A481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7F477-4081-2ABD-B1CD-1B09190D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369DA-3980-07AA-0B6C-3463FD6B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EF038-3AF6-74F2-A8C5-ABC46087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16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EDF06-20DF-3F63-12F4-6E38D065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1DB14-36B2-4440-0141-C4E4C3F23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1C475-9CFB-67BF-B47F-40FD52397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E8683-756D-CEF1-66D6-0E05A045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E4090-4F07-E656-E1DF-4F7DEC54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6DCC2-D8E9-108F-54DD-8FA94E40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9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D67A-71F5-EE90-99CB-4DF3E91C0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78000-B444-519F-66D1-AF36E1675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B0683-1AD8-046A-6D64-5ACF3A28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9E29B-3DBD-6EF3-C11E-F2ED3793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1362-2F7C-C8FE-890D-8C5BC44B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0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1A145-84DA-2E36-DFED-725F18B91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3D826-C47F-F489-04C2-0FF789B03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80177-AF96-B0FC-BD3A-20C6F9A4B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04DA2-61EC-9A50-533B-9CF48953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7B6F0-4542-A458-1793-03241F19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3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BE1419-6CEC-E6F2-31E4-9ED4D594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CD933-E55C-F760-5CA4-3EF4DE9F4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CD7C-F708-636D-C035-68D52EBEC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D9DD8-76A5-4F73-87FB-FCD3424CE03F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84ED4-DC61-54DF-CC4D-2B4FD8AF5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59337-C072-33A2-4B74-94382F15B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BA4FB-33A4-4518-AA2F-54C8072F4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1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E71247-4B19-69EF-77E9-4FB5B2748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85" y="0"/>
            <a:ext cx="107620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73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Nhat Nguyen</dc:creator>
  <cp:lastModifiedBy>Nhat Nguyen</cp:lastModifiedBy>
  <cp:revision>1</cp:revision>
  <dcterms:created xsi:type="dcterms:W3CDTF">2026-08-18T13:05:28Z</dcterms:created>
  <dcterms:modified xsi:type="dcterms:W3CDTF">2026-08-18T13:05:32Z</dcterms:modified>
</cp:coreProperties>
</file>
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98" d="100"/>
          <a:sy n="98" d="100"/>
        </p:scale>
        <p:origin x="1074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C00488-B39B-431A-A446-D9D5A4CB7876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14387D-B539-4998-B38D-9D7DB2D07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37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4387D-B539-4998-B38D-9D7DB2D0722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750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561A9-55EA-AFB0-5EF8-A9D65082C5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48FB50-D61B-9A06-0231-D27310561E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2DCD31-2AC5-9587-2B89-3C31AB68A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FE869-D4FF-4C35-882B-92CB2246D8C9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02BCD-477A-3324-C01B-96FC3BCE6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D4A44F-F758-D6E7-F4DB-2E21DE826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16F50-AFE3-4D6A-B1CB-F882AECD1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174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F17C7-FB12-200C-B1DD-1A01320E0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20469-8954-A41D-BA21-02C73DD21E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5765F-05BD-7485-6388-A6C1E0589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FE869-D4FF-4C35-882B-92CB2246D8C9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E353BE-0732-EFFD-A92A-8FD3D82A8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A5737-98C5-E717-40AE-B908A45F4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16F50-AFE3-4D6A-B1CB-F882AECD1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526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B5BF6-4428-767E-4710-E04B92DA2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43BD89-0884-7D4E-B813-F2EB999B6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16FCB5-68E4-312A-FA42-256ACF021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FE869-D4FF-4C35-882B-92CB2246D8C9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49E1C4-6EBA-1DE8-53F3-DC8063EB3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63A01-5A82-FCDC-79D2-F707CF312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16F50-AFE3-4D6A-B1CB-F882AECD1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145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24E64-E1D4-FC21-EEB3-24CFD553D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D0D9E-14D0-48F0-636D-778376249B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0883E1-FE56-533A-C5A7-E3E7E34C8F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DCE7AC-DB50-A6BC-D887-1B7C9AC4E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FE869-D4FF-4C35-882B-92CB2246D8C9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2A4FC9-766B-0C7E-92D8-F41828BFE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FA5D14-D71A-349A-BB7C-A5DF7FCD7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16F50-AFE3-4D6A-B1CB-F882AECD1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609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82F79-0570-3D4D-116E-B4A641F78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92A5A5-9576-4BE4-6AB3-09C29F7958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C050C3-3281-EE78-2D2F-A2DB0B44F5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76B705-31DE-D134-0F97-B2A4122C9D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64C085-4490-26AE-0678-760C051047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8CB461-4F79-4CA4-672A-F4C2693AB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FE869-D4FF-4C35-882B-92CB2246D8C9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399639-84BC-CFAB-7397-A0D18E059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97537C-E4C5-F100-D48C-464742159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16F50-AFE3-4D6A-B1CB-F882AECD1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318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55238-3A59-764F-0735-A2C4EF16E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6EE474-086A-B661-7976-5A97557E4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FE869-D4FF-4C35-882B-92CB2246D8C9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0905CD-4269-9B33-343D-40B0FF9DD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08BB1B-AE7A-B6F8-92D4-EED866536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16F50-AFE3-4D6A-B1CB-F882AECD1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433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27E1BC-946C-5C68-2F4A-E115B6865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FE869-D4FF-4C35-882B-92CB2246D8C9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7DBEDC-3BC5-1D81-DFDC-8328D9523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CE0FD0-5194-9451-01B3-74B8D34E3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16F50-AFE3-4D6A-B1CB-F882AECD1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586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DB41A-0BB3-B3AF-8EAB-A35DC69DB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347B5-1ACE-6D0D-3AFB-1A4622958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35FDE3-1023-667E-6566-72E03ECED0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F68F88-1630-5EC3-8F97-06E3B1749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FE869-D4FF-4C35-882B-92CB2246D8C9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4F76C9-B8AA-918C-99DC-ABE022965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C7588A-5BE5-A6EB-0666-E1768651E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16F50-AFE3-4D6A-B1CB-F882AECD1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764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0479D-F84C-0ADC-B561-02D31EF5E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F6315F-5615-91F5-DA4E-83204F0535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39533C-5BA6-31BE-065F-E06E432013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FFE16C-86B6-04CE-2050-F5299AA50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FE869-D4FF-4C35-882B-92CB2246D8C9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BB4698-AE29-8C11-3406-3395CDC5B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2D287-40E0-FB59-2F07-2927260C1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16F50-AFE3-4D6A-B1CB-F882AECD1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866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79682-0643-4257-933D-A44F73671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497E6F-E05E-03AE-E0D3-E00F556EC0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CEDB76-672A-0BE8-5B2A-69FAB976F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FE869-D4FF-4C35-882B-92CB2246D8C9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879F9A-DB5F-E045-0BD2-306389CCA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06DE7C-BBC9-BD98-14E3-1619D7745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16F50-AFE3-4D6A-B1CB-F882AECD1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912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D7CD22-987D-5DFD-ACAD-25538A9FA0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1F0AEB-B2AE-19D3-D11E-B7ED9BD663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DCC2D4-0512-7B1D-BC1C-22806143E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FE869-D4FF-4C35-882B-92CB2246D8C9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AD5BC-7D02-6A2A-C42E-5D0233A96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B4A0A8-8C89-7808-CC97-D61DAB46F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16F50-AFE3-4D6A-B1CB-F882AECD1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490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06C413-CF6C-CACC-A5FE-C3F81D88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C22613-1E82-EB5C-B3F2-BCF048BB5B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15FD8C-4E05-D464-039B-19E7538201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AFE869-D4FF-4C35-882B-92CB2246D8C9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2C278D-9E96-F422-8790-47CDD42581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6A69C2-7E59-79D4-0AC5-34EF2B53BF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E16F50-AFE3-4D6A-B1CB-F882AECD1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52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3D9110DB-01EC-3894-8959-4DC61BAACB1A}"/>
              </a:ext>
            </a:extLst>
          </p:cNvPr>
          <p:cNvCxnSpPr>
            <a:cxnSpLocks/>
          </p:cNvCxnSpPr>
          <p:nvPr/>
        </p:nvCxnSpPr>
        <p:spPr>
          <a:xfrm flipH="1">
            <a:off x="2188723" y="3674940"/>
            <a:ext cx="6593606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871B2FC8-F5B3-9DB5-BFF8-99643C11F8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0364507" y="4885118"/>
            <a:ext cx="475488" cy="2698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BE0A8C-813A-94B7-FD6D-7A12D01DF4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0736424" y="4885119"/>
            <a:ext cx="475488" cy="2698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611CE20-6CCB-37F7-0402-36DCA02D00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10311954" y="4333736"/>
            <a:ext cx="554546" cy="34259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125DDA0-EFA6-BE92-3739-4663AD16AB85}"/>
              </a:ext>
            </a:extLst>
          </p:cNvPr>
          <p:cNvSpPr/>
          <p:nvPr/>
        </p:nvSpPr>
        <p:spPr>
          <a:xfrm>
            <a:off x="10365268" y="5109489"/>
            <a:ext cx="947928" cy="111556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7905FA0-406B-611E-58F3-5EC3B98012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0377184" y="2695130"/>
            <a:ext cx="475488" cy="26987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4B5ACC8-A772-50E8-EA30-9434687723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10345330" y="2069930"/>
            <a:ext cx="554546" cy="34259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C24905F-5085-FC69-A800-FB165F0FD6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10010686" y="3281124"/>
            <a:ext cx="881234" cy="72151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B6A8E06-B74F-D54E-FA15-6AEB535A3AB3}"/>
              </a:ext>
            </a:extLst>
          </p:cNvPr>
          <p:cNvCxnSpPr>
            <a:cxnSpLocks/>
          </p:cNvCxnSpPr>
          <p:nvPr/>
        </p:nvCxnSpPr>
        <p:spPr>
          <a:xfrm>
            <a:off x="10602251" y="4036776"/>
            <a:ext cx="0" cy="230725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0417B6C-7C87-11D1-759B-A337526B583B}"/>
              </a:ext>
            </a:extLst>
          </p:cNvPr>
          <p:cNvCxnSpPr>
            <a:cxnSpLocks/>
          </p:cNvCxnSpPr>
          <p:nvPr/>
        </p:nvCxnSpPr>
        <p:spPr>
          <a:xfrm>
            <a:off x="10602251" y="3016841"/>
            <a:ext cx="0" cy="230725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10A0A789-A142-4F32-656F-DF78BB0923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 flipV="1">
            <a:off x="8714235" y="2885392"/>
            <a:ext cx="1115565" cy="1204536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7D8BFB6-2EF1-73E0-5BE5-E5E31B00A47A}"/>
              </a:ext>
            </a:extLst>
          </p:cNvPr>
          <p:cNvCxnSpPr>
            <a:cxnSpLocks/>
          </p:cNvCxnSpPr>
          <p:nvPr/>
        </p:nvCxnSpPr>
        <p:spPr>
          <a:xfrm>
            <a:off x="9773769" y="3661029"/>
            <a:ext cx="422944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Group 55">
            <a:extLst>
              <a:ext uri="{FF2B5EF4-FFF2-40B4-BE49-F238E27FC236}">
                <a16:creationId xmlns:a16="http://schemas.microsoft.com/office/drawing/2014/main" id="{15C6528A-1452-A0F9-7CE9-9A74C9D4E827}"/>
              </a:ext>
            </a:extLst>
          </p:cNvPr>
          <p:cNvGrpSpPr/>
          <p:nvPr/>
        </p:nvGrpSpPr>
        <p:grpSpPr>
          <a:xfrm>
            <a:off x="6352164" y="1080663"/>
            <a:ext cx="4285703" cy="883293"/>
            <a:chOff x="5894963" y="1080663"/>
            <a:chExt cx="4285703" cy="883293"/>
          </a:xfrm>
        </p:grpSpPr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A016B82F-AF6B-BCCD-5E41-7EA849DC67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94963" y="1104392"/>
              <a:ext cx="4285703" cy="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DD623C32-2B39-5725-8EE9-FC3905FD0E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57727" y="1099513"/>
              <a:ext cx="7675" cy="864443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251F4A25-F141-F3FE-4D09-55498CC650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04691" y="1080663"/>
              <a:ext cx="7675" cy="864443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DF10B42C-B723-6C9E-1BEB-D14E3072DE27}"/>
              </a:ext>
            </a:extLst>
          </p:cNvPr>
          <p:cNvGrpSpPr/>
          <p:nvPr/>
        </p:nvGrpSpPr>
        <p:grpSpPr>
          <a:xfrm>
            <a:off x="1662550" y="1071237"/>
            <a:ext cx="4285703" cy="883293"/>
            <a:chOff x="5894963" y="1080663"/>
            <a:chExt cx="4285703" cy="883293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A96D10AA-BC8E-1332-4D2D-94FC39135D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94963" y="1104392"/>
              <a:ext cx="4285703" cy="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A5672D1B-6207-B7CD-60DB-31735EB408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57727" y="1099513"/>
              <a:ext cx="7675" cy="864443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D7AB2DC9-C8FE-C8B5-CD5B-22CEACB6A4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04691" y="1080663"/>
              <a:ext cx="7675" cy="864443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847A5760-3CB8-B557-4EE9-52011B6D7789}"/>
              </a:ext>
            </a:extLst>
          </p:cNvPr>
          <p:cNvCxnSpPr>
            <a:cxnSpLocks/>
          </p:cNvCxnSpPr>
          <p:nvPr/>
        </p:nvCxnSpPr>
        <p:spPr>
          <a:xfrm>
            <a:off x="1672278" y="1887631"/>
            <a:ext cx="0" cy="3370167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6" name="Picture 75">
            <a:extLst>
              <a:ext uri="{FF2B5EF4-FFF2-40B4-BE49-F238E27FC236}">
                <a16:creationId xmlns:a16="http://schemas.microsoft.com/office/drawing/2014/main" id="{2E1DE900-10B1-C898-CC3A-5096E2DE9C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10680602" y="4333736"/>
            <a:ext cx="554546" cy="342599"/>
          </a:xfrm>
          <a:prstGeom prst="rect">
            <a:avLst/>
          </a:prstGeom>
        </p:spPr>
      </p:pic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24BD2C32-846D-7FB6-2BA4-A5599B04FF24}"/>
              </a:ext>
            </a:extLst>
          </p:cNvPr>
          <p:cNvCxnSpPr>
            <a:cxnSpLocks/>
          </p:cNvCxnSpPr>
          <p:nvPr/>
        </p:nvCxnSpPr>
        <p:spPr>
          <a:xfrm>
            <a:off x="10957875" y="1080663"/>
            <a:ext cx="11213" cy="3181183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DE7126FE-8336-4904-7EDE-5B61B1499416}"/>
              </a:ext>
            </a:extLst>
          </p:cNvPr>
          <p:cNvCxnSpPr>
            <a:cxnSpLocks/>
          </p:cNvCxnSpPr>
          <p:nvPr/>
        </p:nvCxnSpPr>
        <p:spPr>
          <a:xfrm flipH="1" flipV="1">
            <a:off x="10920448" y="1110149"/>
            <a:ext cx="927840" cy="28276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B4A94F8E-0125-24E8-5D9A-9238A8BF42A8}"/>
              </a:ext>
            </a:extLst>
          </p:cNvPr>
          <p:cNvSpPr/>
          <p:nvPr/>
        </p:nvSpPr>
        <p:spPr>
          <a:xfrm rot="16200000">
            <a:off x="5676802" y="1560573"/>
            <a:ext cx="947928" cy="111556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5808A244-5DA0-75D6-B2B3-3B1B45098A17}"/>
              </a:ext>
            </a:extLst>
          </p:cNvPr>
          <p:cNvSpPr/>
          <p:nvPr/>
        </p:nvSpPr>
        <p:spPr>
          <a:xfrm>
            <a:off x="1454813" y="5109489"/>
            <a:ext cx="924903" cy="111556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19CCF260-F926-AF33-33CF-C2303322639B}"/>
              </a:ext>
            </a:extLst>
          </p:cNvPr>
          <p:cNvCxnSpPr>
            <a:cxnSpLocks/>
          </p:cNvCxnSpPr>
          <p:nvPr/>
        </p:nvCxnSpPr>
        <p:spPr>
          <a:xfrm>
            <a:off x="2188723" y="3645756"/>
            <a:ext cx="0" cy="146011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1819B955-C5A9-631D-0DEC-984E7F2AAA1A}"/>
              </a:ext>
            </a:extLst>
          </p:cNvPr>
          <p:cNvSpPr txBox="1"/>
          <p:nvPr/>
        </p:nvSpPr>
        <p:spPr>
          <a:xfrm>
            <a:off x="1594098" y="543648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廃液</a:t>
            </a:r>
            <a:endParaRPr lang="en-US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AE14183-51DB-DF9E-B037-B6D75F00A7FE}"/>
              </a:ext>
            </a:extLst>
          </p:cNvPr>
          <p:cNvSpPr txBox="1"/>
          <p:nvPr/>
        </p:nvSpPr>
        <p:spPr>
          <a:xfrm>
            <a:off x="10349151" y="5572150"/>
            <a:ext cx="11425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600" dirty="0"/>
              <a:t>キャニ缶</a:t>
            </a:r>
            <a:endParaRPr lang="en-US" sz="1600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749D076-DA81-D864-FFF8-05777ADF23B5}"/>
              </a:ext>
            </a:extLst>
          </p:cNvPr>
          <p:cNvSpPr txBox="1"/>
          <p:nvPr/>
        </p:nvSpPr>
        <p:spPr>
          <a:xfrm>
            <a:off x="5712184" y="192891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処理槽</a:t>
            </a:r>
            <a:endParaRPr lang="en-US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CD750AC-7E22-80EA-FF62-A9C04889B93C}"/>
              </a:ext>
            </a:extLst>
          </p:cNvPr>
          <p:cNvSpPr txBox="1"/>
          <p:nvPr/>
        </p:nvSpPr>
        <p:spPr>
          <a:xfrm>
            <a:off x="11054884" y="762630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N2 IN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7DD4E10-98C9-F791-FC77-9C6820F5C9D2}"/>
              </a:ext>
            </a:extLst>
          </p:cNvPr>
          <p:cNvSpPr txBox="1"/>
          <p:nvPr/>
        </p:nvSpPr>
        <p:spPr>
          <a:xfrm>
            <a:off x="5606181" y="3244334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空気抜きライン</a:t>
            </a:r>
            <a:endParaRPr lang="en-US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F40DE9D-BAB7-8C7F-34E0-A3A5495D0B5A}"/>
              </a:ext>
            </a:extLst>
          </p:cNvPr>
          <p:cNvSpPr txBox="1"/>
          <p:nvPr/>
        </p:nvSpPr>
        <p:spPr>
          <a:xfrm>
            <a:off x="8723476" y="400716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エアーオペ</a:t>
            </a:r>
            <a:endParaRPr lang="en-US" dirty="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B3D6CC90-2417-BF96-E852-390A3CA02587}"/>
              </a:ext>
            </a:extLst>
          </p:cNvPr>
          <p:cNvSpPr/>
          <p:nvPr/>
        </p:nvSpPr>
        <p:spPr>
          <a:xfrm>
            <a:off x="8499921" y="2518503"/>
            <a:ext cx="2308025" cy="22638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B5B2709-F813-A919-7C21-41B6D83AA5D8}"/>
              </a:ext>
            </a:extLst>
          </p:cNvPr>
          <p:cNvSpPr txBox="1"/>
          <p:nvPr/>
        </p:nvSpPr>
        <p:spPr>
          <a:xfrm>
            <a:off x="3490944" y="5439868"/>
            <a:ext cx="5573181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赤四角の中、割り込み部品</a:t>
            </a:r>
            <a:br>
              <a:rPr lang="en-US" altLang="ja-JP" dirty="0"/>
            </a:br>
            <a:r>
              <a:rPr lang="ja-JP" altLang="en-US" dirty="0"/>
              <a:t>（エアーオペ、</a:t>
            </a:r>
            <a:r>
              <a:rPr lang="en-US" altLang="ja-JP" dirty="0"/>
              <a:t>T</a:t>
            </a:r>
            <a:r>
              <a:rPr lang="ja-JP" altLang="en-US" dirty="0"/>
              <a:t>型コネクター、オス、メスカプラ）</a:t>
            </a:r>
            <a:endParaRPr lang="en-US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9411A0E8-9AAA-F259-5C75-E8926C0AA6CE}"/>
              </a:ext>
            </a:extLst>
          </p:cNvPr>
          <p:cNvSpPr txBox="1"/>
          <p:nvPr/>
        </p:nvSpPr>
        <p:spPr>
          <a:xfrm>
            <a:off x="3805401" y="357758"/>
            <a:ext cx="4031873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sz="2000" b="1" dirty="0"/>
              <a:t>空気抜きライン割り込みイメージ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381664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933C12D-2FC0-841A-4430-5D0524BE8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628" y="444659"/>
            <a:ext cx="11292743" cy="5968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8235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76</Words>
  <Application>Microsoft Office PowerPoint</Application>
  <PresentationFormat>Widescreen</PresentationFormat>
  <Paragraphs>9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Nhat Nguyen</dc:creator>
  <cp:lastModifiedBy>Nhat Nguyen</cp:lastModifiedBy>
  <cp:revision>4</cp:revision>
  <dcterms:created xsi:type="dcterms:W3CDTF">2026-07-18T01:54:52Z</dcterms:created>
  <dcterms:modified xsi:type="dcterms:W3CDTF">2026-07-18T13:00:33Z</dcterms:modified>
</cp:coreProperties>
</file>